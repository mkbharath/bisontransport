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  <p:sldMasterId id="2147483684" r:id="rId6"/>
    <p:sldMasterId id="2147483708" r:id="rId7"/>
    <p:sldMasterId id="2147483720" r:id="rId8"/>
  </p:sldMasterIdLst>
  <p:notesMasterIdLst>
    <p:notesMasterId r:id="rId13"/>
  </p:notesMasterIdLst>
  <p:sldIdLst>
    <p:sldId id="2123259335" r:id="rId9"/>
    <p:sldId id="2123259605" r:id="rId10"/>
    <p:sldId id="2123259604" r:id="rId11"/>
    <p:sldId id="212325942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625"/>
    <a:srgbClr val="285D93"/>
    <a:srgbClr val="F5F4F6"/>
    <a:srgbClr val="F0F3F6"/>
    <a:srgbClr val="E8EDF1"/>
    <a:srgbClr val="EDF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09"/>
    <p:restoredTop sz="94637"/>
  </p:normalViewPr>
  <p:slideViewPr>
    <p:cSldViewPr snapToGrid="0">
      <p:cViewPr>
        <p:scale>
          <a:sx n="145" d="100"/>
          <a:sy n="145" d="100"/>
        </p:scale>
        <p:origin x="51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29673-964D-461C-81A5-E96E8730AFB4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964EE4-3EA1-4059-B2C3-3137EFA33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6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E3841-A486-2536-8D21-F673A79A0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02FF95-AA1E-88BA-22EB-E73E473C7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3BA38-0C63-729D-4F7E-2B6D7E176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EFE4D-C733-2795-E335-D6968A9ED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B50A8-1921-1A4C-842D-1EAF1E1767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4634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95D6A-3530-33A7-0B5F-D463EEAF8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BF28E-35A1-6B67-B6D4-21D90A02CB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5BDB0C-F4B7-FAF6-319A-89314B1E4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5B746-1710-ECA2-A84F-7688AF83A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64EE4-3EA1-4059-B2C3-3137EFA33C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259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6CE03-B8F7-15AD-217E-624833B8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9C9B3-94A4-8ED0-735D-212C79318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4DE08-73BE-BD75-FC65-ED195A4B7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1437D-4D5C-C8F4-25C6-91FA3AF18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CD40D-3B92-A81D-A338-83302B4A8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3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E473-AE16-B020-FF84-E9F592A4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4DB53-FA18-E76A-77A8-BAE850B15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A395D-BEFA-3257-42A7-87C3FFE2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1EDDA-2C50-E7E1-A013-AC7BC8B8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12B3A-4945-C506-DE48-C23E13AD4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ABC3-6760-4B9C-31B6-4582B369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186F3-058C-C59D-D2A0-D8D3365FA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8E7C3-0FDA-7FA0-7E38-AE6C152E99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E4A96-D115-2F52-BA94-5112EEF8C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134CC-C104-B481-997A-0777A67CA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557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BB7B-718C-AEDE-E93E-F58906BFA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2F678-0E93-4DD6-2508-6AFDB0F41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BCE91-EA23-89C8-81F6-CF447BE3A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C8401-1040-ACB1-E3E9-2D2FDB3894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0AFFF-15BE-0D30-4923-B66C2D1DC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6E1D5-3C41-638F-9E71-C8D1C37A0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69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F052-9595-10A4-2EDB-821776842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3ACFD-750A-22C5-E855-296062B4C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3D67D-B3BD-6359-ACDF-77AFECBC0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BE7C0-0630-4485-DB07-14C49A78C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35EFB-BCF4-1942-6D7F-06E6517440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BD6490-5E32-A2EC-8D4D-761888E626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7C2755-9EF9-1175-3989-39C514343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9F5F4-A1AD-12AA-F2CF-35839FF8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5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427FF-B54A-C555-9BC6-F23EE4803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B3BB4A-6B7C-A642-D2C7-67E6CD7A31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D8157-0720-2DD5-018D-63E1D36B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E39A7-0E84-7279-89B4-F677DCEBB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4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B2DBA-0ACE-D684-A3DE-CEF61A7E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8FE7C-7738-A71F-F0F8-458620E95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9F0B9-22C6-D43E-D09A-1D59FE753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013A1-2BE8-4214-7E0E-3EBBBBD06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A30DF-E149-19FF-82D0-707E33E28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81081-0C4F-26B3-7029-5ABD96A4E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4ADFB-CEBF-A68C-8EAF-DB8032C53F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4405B-2F01-8EBE-E3A3-09FB7908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F96B5-DC35-DEFF-3A8F-D9A2F7F4C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16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DE829-83AE-90E5-2770-3731DDAE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FC64CB-F918-EDCA-AFCD-EA7CB88ABA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22E29-8DEF-9DD9-EE29-9162BF2AE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CD7A9-AAFC-C95A-13D9-CB5D782DB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B3254-FE1B-D9D7-B204-B1822B6A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0D150-AE25-90EC-917C-019385635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4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9C10-9EA1-EDB9-1036-E639F10E4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AC979-8D1F-EEEC-CFB5-5DAB122A0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6A443-96F4-D369-59D0-3444687C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141C0-0E97-1469-835E-8EE53A6E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B8377-3DF0-6A0D-B536-5EE0CF50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96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0307AD-F17F-E94D-0A00-F5C6836E5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35021-BF51-B170-A16B-44CD5A18A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6C5A7-5935-7FFD-BEFE-ABA6A6F366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382BF-9CDB-AC7D-D293-29F95D87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A9C3E-025B-4C7F-708D-6E152BB0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559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52822-3C3E-A588-BFD7-CB66409A1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85AD3-3032-26F0-94E5-5906A0475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DDD93-0C88-B89C-F087-99370C811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BE9E1-AC74-AEBB-6D39-6DA1A935D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3EB99-DEAA-4FAB-6F09-11A932AA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594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1AD0-48C5-35F6-12B2-8052EE68E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7C3AB-BDCB-440F-46AD-F535C08F9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70FA5-2B37-E041-DBAF-6246F047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F2179-3AC2-B068-E5D2-82AEDA758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D2788-3A7A-9CA7-940F-D7EE03AC9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406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0E5D1-EDFC-91AF-F14D-BD4A0DFAB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01D47-D01C-EAB4-68F6-F9A706090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5EE5B-8574-25B8-C6AC-EB75C44ADF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C1BF5-34F7-291F-5303-73FE59452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8DB58-2B18-4600-7E29-6FCCFA2D4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43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84719-B678-CB92-2582-D48657C9F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6C86A-63A5-3E32-B208-8093A31E30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AF81E-5CE7-0980-12FC-3C43DE46A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B9E27-24E8-9CCB-6A49-01C9DBFA6D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272EC-C543-947F-4F8A-F92D202DB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2BDD6-7930-D136-3D2A-B5CB24CA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22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AF97D-EA2A-AD0C-1F4C-E4B9D7BED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8025A-7659-421F-37D7-CB26F4387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1DF86-C1A0-FF9B-FF87-EC57A1C8A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A9E33D-C2E1-3B57-0A95-86DE67779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B1ACB-2F68-F0FA-B82A-89E581D25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32FB4A-3C7D-9CB5-5AB6-53379594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E4559-0282-7639-E70D-07B332D9A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53A87-0F58-82F6-A2F8-203D7CCF5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68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98BD9-1717-C814-7EFF-0E46DCBBC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E9608-4B50-F8EA-FA81-B569B608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783F4A-F1D6-5F30-0BD4-01FD71C1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C4EAE-D58C-8850-BD45-C5E70FAE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325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5CC479-9CCF-CF90-5E49-3D684DAEA8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7BD40D-5E86-4DD5-E3D8-75635E2B0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2A42B-8DBF-B7AB-D3D6-5ADE82C53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2757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C2BAB-2B14-8C86-340A-7C8D00DC7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FDB6F-FD07-61ED-7691-D8079A042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DBB8D-64BB-AB9C-7BDB-E1E84974B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64F0E-6363-C5BE-EB1B-C46D44CB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464C9-9E2E-A42B-6170-5FFFADCC5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0A3CE-17FE-EB3F-9F11-1524ED95C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963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525E-E47B-FB7D-6A6D-A855A22A2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49FA96-6C32-E252-5066-C500BEEE3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AAFFF-241D-EBEE-B742-7EAF0ED7D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77BFF-18ED-FD29-6124-B0021B818C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FC879-65FD-31AC-ED3C-215A64A61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649E3-C419-32B7-D3AE-2AA6F146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009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2BA9-5D37-4977-F3C8-128BF038E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1AD82-A052-9CCF-F346-EB76E35F7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DD5D5-951B-C361-345E-24C2328A3C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8DBBC-D1F5-FB74-FFB0-7AD5B63E6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100C7-D144-B5A3-2EE1-A9E322DBA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54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918311-879A-74A0-CECE-D764E6EC0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8754A4-B2D9-3378-3D5A-BB1C6F770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AD7CB-2F58-8239-1EFF-72B4F69C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EB135C-5B63-4D10-9404-8FBFBDC2B688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0FD99-7F46-7F72-E777-52800A14D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92A57-043D-141F-EBFF-F4AD0F2A2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87FD96-18A0-4B44-BE6C-9FF711571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115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423A1-4991-C479-1CEC-DE4C2687A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9D244-33E9-4FFE-912E-76B2E9191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DB004-EDDA-E80D-0B20-EDCBC274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F8BC0-FD05-D7B8-6CD0-57B64330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8484C-FF69-BF84-154E-45AB216C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062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599CA-5EA2-9C7C-1B42-5C9930375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5A0AB-9307-AF75-F0F7-8F5EA9A66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D7729-5FA2-3053-706F-87807186F9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ABD0A-A44F-22A2-8895-E3D9BED47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A707A-15F6-B654-C91C-3E1587B2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393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76E5A-591A-A4AA-1EA8-29827CFE7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B8A64-7611-D5DD-1987-F61B89E75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0501E-6DBC-7F40-4336-799D1175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78C59-B52E-8528-E221-8D3768054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E9AF0-4084-76FF-942D-654700D33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303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4847C-6547-5BA7-7967-F7015250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F7CFA-26D3-32DE-6C28-D5D60894F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3DD6E-2B2F-4FDF-E690-66DEC96D3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3F02D-F9C9-36AE-CBA8-649E907CBC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81C19-4B06-7E04-8173-3D3543D6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B6F4E-E39D-434D-C28A-43EE5B131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9890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2424-6578-0CF9-9605-33569BED3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A465B-0C0F-485A-707F-293458508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CB708-5C44-8750-E423-7FF0E5951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9BC02-D558-DBE2-16E3-F1E902520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8397B-6F2E-D14E-1B5C-7947D1BA6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43FDEE-2333-8DEC-0AF7-006D45D9D7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5A38BD-26DD-DA45-B172-61597EE4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255C7-CCFA-CC6B-2236-BB61AB3F4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680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D786-B1E5-38DA-09A1-51B5A85F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0EA68D-930C-C8A3-0E91-9AA0DEDA00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C1A22-62F4-047B-6C81-CCEDD224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CD9D7-E96B-E4FD-A978-4A030175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63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5F3FFA-F38F-2C9B-F5E6-8119C2D725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23208-9E6C-8E7A-69AB-562B3521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58867-D15C-C293-EC46-8FF1340F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499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5733-9A38-DD40-F1FD-2C6E26B1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7921F-A67F-F58B-F877-9CCFFCD5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1023D-73C0-A16C-B15C-1CA0897C2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E19E3-0DF5-42BC-B8C0-282CFA354E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AE348-7E4C-9426-5D64-B598EE95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34AA7-1AFD-37E4-D3D2-8C287D78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323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6440-8A7B-FCC3-D5FC-9CEDA5B8A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6D3F81-DF78-F893-1717-D757D8F9BE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4BFC5-BFE8-B37A-EC9C-7B6C9E891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0940A-5B9C-B25A-11D6-77E6E924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4D9C4-0E36-54FB-0868-9CF0C60F6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01D9D-423E-8009-5CE5-18A40546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779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D0BE-B736-A9CE-C866-1AA174294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4DA55-A11C-C829-BCF1-91C156950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209B4-68DF-0FCF-8F04-22E14712BB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C84A0-C0AE-B6C2-E833-4951E7E4D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5AA5B-0F6C-CDEB-A47F-2AF078DF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497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4C2C98-1F63-E29C-F0C4-1F5DBEC3B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52DC5-3AF0-61FD-42C2-1CFAE686D5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CE5A8-9476-E339-7665-7B2724FA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F22A7-BE01-4626-6376-048650B0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B5BAA-876D-0A3F-F27F-09703166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4575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6CE03-B8F7-15AD-217E-624833B8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9C9B3-94A4-8ED0-735D-212C79318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4DE08-73BE-BD75-FC65-ED195A4B7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1437D-4D5C-C8F4-25C6-91FA3AF18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CD40D-3B92-A81D-A338-83302B4A8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3683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E473-AE16-B020-FF84-E9F592A4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4DB53-FA18-E76A-77A8-BAE850B15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A395D-BEFA-3257-42A7-87C3FFE2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1EDDA-2C50-E7E1-A013-AC7BC8B8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12B3A-4945-C506-DE48-C23E13AD4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575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ABC3-6760-4B9C-31B6-4582B369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186F3-058C-C59D-D2A0-D8D3365FA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8E7C3-0FDA-7FA0-7E38-AE6C152E99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E4A96-D115-2F52-BA94-5112EEF8C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134CC-C104-B481-997A-0777A67CA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81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BB7B-718C-AEDE-E93E-F58906BFA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2F678-0E93-4DD6-2508-6AFDB0F41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BCE91-EA23-89C8-81F6-CF447BE3A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C8401-1040-ACB1-E3E9-2D2FDB3894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0AFFF-15BE-0D30-4923-B66C2D1DC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6E1D5-3C41-638F-9E71-C8D1C37A0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155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F052-9595-10A4-2EDB-821776842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3ACFD-750A-22C5-E855-296062B4C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3D67D-B3BD-6359-ACDF-77AFECBC0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BE7C0-0630-4485-DB07-14C49A78C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35EFB-BCF4-1942-6D7F-06E6517440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BD6490-5E32-A2EC-8D4D-761888E626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7C2755-9EF9-1175-3989-39C514343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9F5F4-A1AD-12AA-F2CF-35839FF8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635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427FF-B54A-C555-9BC6-F23EE4803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B3BB4A-6B7C-A642-D2C7-67E6CD7A31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D8157-0720-2DD5-018D-63E1D36B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E39A7-0E84-7279-89B4-F677DCEBB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918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B2DBA-0ACE-D684-A3DE-CEF61A7E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8FE7C-7738-A71F-F0F8-458620E95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9F0B9-22C6-D43E-D09A-1D59FE753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1385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013A1-2BE8-4214-7E0E-3EBBBBD06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A30DF-E149-19FF-82D0-707E33E28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81081-0C4F-26B3-7029-5ABD96A4E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4ADFB-CEBF-A68C-8EAF-DB8032C53F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4405B-2F01-8EBE-E3A3-09FB7908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F96B5-DC35-DEFF-3A8F-D9A2F7F4C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6445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DE829-83AE-90E5-2770-3731DDAE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FC64CB-F918-EDCA-AFCD-EA7CB88ABA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22E29-8DEF-9DD9-EE29-9162BF2AE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CD7A9-AAFC-C95A-13D9-CB5D782DB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B3254-FE1B-D9D7-B204-B1822B6A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0D150-AE25-90EC-917C-019385635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274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9C10-9EA1-EDB9-1036-E639F10E4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AC979-8D1F-EEEC-CFB5-5DAB122A0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6A443-96F4-D369-59D0-3444687C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141C0-0E97-1469-835E-8EE53A6E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B8377-3DF0-6A0D-B536-5EE0CF50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565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0307AD-F17F-E94D-0A00-F5C6836E5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35021-BF51-B170-A16B-44CD5A18A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6C5A7-5935-7FFD-BEFE-ABA6A6F366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CDCEA2-9667-4864-9E82-2D4ABFFEF93A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382BF-9CDB-AC7D-D293-29F95D87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A9C3E-025B-4C7F-708D-6E152BB0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B29B3-E9A0-447E-A956-41EEC4B8A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258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423A1-4991-C479-1CEC-DE4C2687A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9D244-33E9-4FFE-912E-76B2E9191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DB004-EDDA-E80D-0B20-EDCBC274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F8BC0-FD05-D7B8-6CD0-57B64330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8484C-FF69-BF84-154E-45AB216C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930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599CA-5EA2-9C7C-1B42-5C9930375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5A0AB-9307-AF75-F0F7-8F5EA9A66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D7729-5FA2-3053-706F-87807186F9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ABD0A-A44F-22A2-8895-E3D9BED47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A707A-15F6-B654-C91C-3E1587B2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2027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76E5A-591A-A4AA-1EA8-29827CFE7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B8A64-7611-D5DD-1987-F61B89E75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0501E-6DBC-7F40-4336-799D1175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78C59-B52E-8528-E221-8D3768054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E9AF0-4084-76FF-942D-654700D33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773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4847C-6547-5BA7-7967-F7015250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F7CFA-26D3-32DE-6C28-D5D60894F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3DD6E-2B2F-4FDF-E690-66DEC96D3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3F02D-F9C9-36AE-CBA8-649E907CBC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81C19-4B06-7E04-8173-3D3543D6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B6F4E-E39D-434D-C28A-43EE5B131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281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2424-6578-0CF9-9605-33569BED3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A465B-0C0F-485A-707F-293458508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CB708-5C44-8750-E423-7FF0E5951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9BC02-D558-DBE2-16E3-F1E902520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8397B-6F2E-D14E-1B5C-7947D1BA6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43FDEE-2333-8DEC-0AF7-006D45D9D7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5A38BD-26DD-DA45-B172-61597EE4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255C7-CCFA-CC6B-2236-BB61AB3F4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969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D786-B1E5-38DA-09A1-51B5A85F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0EA68D-930C-C8A3-0E91-9AA0DEDA00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C1A22-62F4-047B-6C81-CCEDD224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CD9D7-E96B-E4FD-A978-4A030175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490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5F3FFA-F38F-2C9B-F5E6-8119C2D725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23208-9E6C-8E7A-69AB-562B3521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58867-D15C-C293-EC46-8FF1340F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832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5733-9A38-DD40-F1FD-2C6E26B1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7921F-A67F-F58B-F877-9CCFFCD5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1023D-73C0-A16C-B15C-1CA0897C2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E19E3-0DF5-42BC-B8C0-282CFA354E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AE348-7E4C-9426-5D64-B598EE95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34AA7-1AFD-37E4-D3D2-8C287D78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8443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6440-8A7B-FCC3-D5FC-9CEDA5B8A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6D3F81-DF78-F893-1717-D757D8F9BE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4BFC5-BFE8-B37A-EC9C-7B6C9E891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0940A-5B9C-B25A-11D6-77E6E924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4D9C4-0E36-54FB-0868-9CF0C60F6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01D9D-423E-8009-5CE5-18A40546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33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D0BE-B736-A9CE-C866-1AA174294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4DA55-A11C-C829-BCF1-91C156950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209B4-68DF-0FCF-8F04-22E14712BB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C84A0-C0AE-B6C2-E833-4951E7E4D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5AA5B-0F6C-CDEB-A47F-2AF078DF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7105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4C2C98-1F63-E29C-F0C4-1F5DBEC3B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52DC5-3AF0-61FD-42C2-1CFAE686D5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CE5A8-9476-E339-7665-7B2724FA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BB465D-CE72-45B7-86AA-411DB2CF207F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F22A7-BE01-4626-6376-048650B0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B5BAA-876D-0A3F-F27F-09703166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9C8433-C0A6-4978-A6E6-FCE57C703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18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hyperlink" Target="http://www.ideyalabs.com/" TargetMode="Externa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hyperlink" Target="http://www.ideyalabs.com/" TargetMode="Externa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3BA4FFA2-1E9A-866E-9C5F-D1F0419D373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162003" y="68689"/>
            <a:ext cx="1893503" cy="42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72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080F6CD-15F3-A22C-92BB-3EBDC8AE4C69}"/>
              </a:ext>
            </a:extLst>
          </p:cNvPr>
          <p:cNvGrpSpPr/>
          <p:nvPr userDrawn="1"/>
        </p:nvGrpSpPr>
        <p:grpSpPr>
          <a:xfrm>
            <a:off x="-29028" y="6550931"/>
            <a:ext cx="5050608" cy="365125"/>
            <a:chOff x="-29028" y="6550931"/>
            <a:chExt cx="5050608" cy="365125"/>
          </a:xfrm>
        </p:grpSpPr>
        <p:sp>
          <p:nvSpPr>
            <p:cNvPr id="13" name="Footer Placeholder 4">
              <a:extLst>
                <a:ext uri="{FF2B5EF4-FFF2-40B4-BE49-F238E27FC236}">
                  <a16:creationId xmlns:a16="http://schemas.microsoft.com/office/drawing/2014/main" id="{1E7F0F90-7E34-4E44-02F7-4BE5FC05C01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-29028" y="6550931"/>
              <a:ext cx="5050608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400" b="1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© </a:t>
              </a:r>
              <a:r>
                <a:rPr lang="en-US" sz="1400" b="1">
                  <a:solidFill>
                    <a:srgbClr val="ED7D3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ideya</a:t>
              </a:r>
              <a:r>
                <a:rPr lang="en-US" sz="1400" b="1">
                  <a:solidFill>
                    <a:srgbClr val="295D9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Labs   | </a:t>
              </a:r>
              <a:r>
                <a:rPr lang="en-US" sz="1400" b="1">
                  <a:solidFill>
                    <a:srgbClr val="295D93"/>
                  </a:solidFill>
                  <a:latin typeface="Poppins" panose="00000500000000000000" pitchFamily="2" charset="0"/>
                  <a:cs typeface="Poppins" panose="00000500000000000000" pitchFamily="2" charset="0"/>
                  <a:hlinkClick r:id="rId1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www.ideyaLabs.com</a:t>
              </a:r>
              <a:r>
                <a:rPr lang="en-US" sz="1400" b="1">
                  <a:solidFill>
                    <a:srgbClr val="295D9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 | </a:t>
              </a:r>
              <a:r>
                <a:rPr lang="en-US" sz="1400" b="1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Confidential</a:t>
              </a:r>
            </a:p>
          </p:txBody>
        </p:sp>
        <p:pic>
          <p:nvPicPr>
            <p:cNvPr id="14" name="Picture 13" descr="A blue and black circle with a letter r&#10;&#10;Description automatically generated">
              <a:extLst>
                <a:ext uri="{FF2B5EF4-FFF2-40B4-BE49-F238E27FC236}">
                  <a16:creationId xmlns:a16="http://schemas.microsoft.com/office/drawing/2014/main" id="{A5E56313-88D9-F25F-B322-7CF9AA17A9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1167617" y="6615517"/>
              <a:ext cx="111116" cy="1111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0489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9050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3BA4FFA2-1E9A-866E-9C5F-D1F0419D373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162003" y="68689"/>
            <a:ext cx="1893503" cy="42013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8336540-5FD5-0BDF-F1FE-C3B81A0D4AC2}"/>
              </a:ext>
            </a:extLst>
          </p:cNvPr>
          <p:cNvGrpSpPr/>
          <p:nvPr userDrawn="1"/>
        </p:nvGrpSpPr>
        <p:grpSpPr>
          <a:xfrm>
            <a:off x="-29028" y="6550931"/>
            <a:ext cx="5050608" cy="365125"/>
            <a:chOff x="-29028" y="6550931"/>
            <a:chExt cx="5050608" cy="365125"/>
          </a:xfrm>
        </p:grpSpPr>
        <p:sp>
          <p:nvSpPr>
            <p:cNvPr id="3" name="Footer Placeholder 4">
              <a:extLst>
                <a:ext uri="{FF2B5EF4-FFF2-40B4-BE49-F238E27FC236}">
                  <a16:creationId xmlns:a16="http://schemas.microsoft.com/office/drawing/2014/main" id="{9C351054-22B9-E139-B6E2-99A3FB3AA6F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-29028" y="6550931"/>
              <a:ext cx="5050608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400" b="1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© </a:t>
              </a:r>
              <a:r>
                <a:rPr lang="en-US" sz="1400" b="1">
                  <a:solidFill>
                    <a:srgbClr val="ED7D3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ideya</a:t>
              </a:r>
              <a:r>
                <a:rPr lang="en-US" sz="1400" b="1">
                  <a:solidFill>
                    <a:srgbClr val="295D9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Labs   | </a:t>
              </a:r>
              <a:r>
                <a:rPr lang="en-US" sz="1400" b="1">
                  <a:solidFill>
                    <a:srgbClr val="295D93"/>
                  </a:solidFill>
                  <a:latin typeface="Poppins" panose="00000500000000000000" pitchFamily="2" charset="0"/>
                  <a:cs typeface="Poppins" panose="00000500000000000000" pitchFamily="2" charset="0"/>
                  <a:hlinkClick r:id="rId1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www.ideyaLabs.com</a:t>
              </a:r>
              <a:r>
                <a:rPr lang="en-US" sz="1400" b="1">
                  <a:solidFill>
                    <a:srgbClr val="295D9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 | </a:t>
              </a:r>
              <a:r>
                <a:rPr lang="en-US" sz="1400" b="1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Confidential</a:t>
              </a:r>
            </a:p>
          </p:txBody>
        </p:sp>
        <p:pic>
          <p:nvPicPr>
            <p:cNvPr id="4" name="Picture 3" descr="A blue and black circle with a letter r&#10;&#10;Description automatically generated">
              <a:extLst>
                <a:ext uri="{FF2B5EF4-FFF2-40B4-BE49-F238E27FC236}">
                  <a16:creationId xmlns:a16="http://schemas.microsoft.com/office/drawing/2014/main" id="{67532BD7-B5D0-729D-914F-00A622341A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1167617" y="6615517"/>
              <a:ext cx="111116" cy="1111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9869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06D06C2-AA6D-A315-4F52-02738EF082ED}"/>
              </a:ext>
            </a:extLst>
          </p:cNvPr>
          <p:cNvGrpSpPr/>
          <p:nvPr userDrawn="1"/>
        </p:nvGrpSpPr>
        <p:grpSpPr>
          <a:xfrm>
            <a:off x="160339" y="6492875"/>
            <a:ext cx="11867716" cy="279400"/>
            <a:chOff x="408035" y="6063229"/>
            <a:chExt cx="11867716" cy="279400"/>
          </a:xfrm>
        </p:grpSpPr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F76284D8-B67C-6223-4648-4A309174BEB7}"/>
                </a:ext>
              </a:extLst>
            </p:cNvPr>
            <p:cNvSpPr txBox="1"/>
            <p:nvPr/>
          </p:nvSpPr>
          <p:spPr>
            <a:xfrm>
              <a:off x="408035" y="6063229"/>
              <a:ext cx="11867716" cy="279400"/>
            </a:xfrm>
            <a:prstGeom prst="rect">
              <a:avLst/>
            </a:prstGeom>
            <a:solidFill>
              <a:srgbClr val="EC7625"/>
            </a:solidFill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IN" sz="1200" b="1" kern="100">
                  <a:solidFill>
                    <a:srgbClr val="FFFFFF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Copyright     2026    ideyaLabs | All Rights Reserved</a:t>
              </a:r>
              <a:endParaRPr lang="en-IN" sz="12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5B9455F-D082-E805-E37B-50B19FF968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1174753" y="6150666"/>
              <a:ext cx="117475" cy="11193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A1AD75A-85A9-A82E-F54B-884D1B24B5B8}"/>
              </a:ext>
            </a:extLst>
          </p:cNvPr>
          <p:cNvSpPr txBox="1"/>
          <p:nvPr userDrawn="1"/>
        </p:nvSpPr>
        <p:spPr>
          <a:xfrm>
            <a:off x="10941600" y="6473826"/>
            <a:ext cx="664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AAF1190-AD06-5B4F-8DFA-77B3863011C6}" type="slidenum">
              <a:rPr lang="en-US" sz="1200" b="1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200" b="1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3DFAC4-9399-D3DC-D84A-E7F75FC7EDED}"/>
              </a:ext>
            </a:extLst>
          </p:cNvPr>
          <p:cNvCxnSpPr>
            <a:cxnSpLocks/>
          </p:cNvCxnSpPr>
          <p:nvPr userDrawn="1"/>
        </p:nvCxnSpPr>
        <p:spPr>
          <a:xfrm>
            <a:off x="0" y="615843"/>
            <a:ext cx="8911769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9816C547-6416-72B3-DF95-AB7DCC36850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162003" y="68689"/>
            <a:ext cx="1893503" cy="4201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5D073F-8812-B38E-54CB-33AC99D1DEED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94" y="56228"/>
            <a:ext cx="1758301" cy="43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350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4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hyperlink" Target="http://www.ideyalab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5A3F6-3AB8-6962-02B7-49BB73751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25906CE-675A-AD3A-930F-4E27C8A9C898}"/>
              </a:ext>
            </a:extLst>
          </p:cNvPr>
          <p:cNvSpPr/>
          <p:nvPr/>
        </p:nvSpPr>
        <p:spPr>
          <a:xfrm>
            <a:off x="1140368" y="2708875"/>
            <a:ext cx="9911264" cy="144025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accent2"/>
                </a:solidFill>
                <a:latin typeface="Poppins"/>
                <a:cs typeface="Poppins"/>
              </a:rPr>
              <a:t>Bison Transport - </a:t>
            </a:r>
          </a:p>
          <a:p>
            <a:pPr algn="ctr"/>
            <a:r>
              <a:rPr lang="en-US" sz="3200" b="1" dirty="0">
                <a:solidFill>
                  <a:srgbClr val="285D93"/>
                </a:solidFill>
                <a:latin typeface="Poppins"/>
                <a:cs typeface="Poppins"/>
              </a:rPr>
              <a:t>Order Intelligence Agent</a:t>
            </a:r>
            <a:endParaRPr lang="en-US" sz="3200" b="1" dirty="0">
              <a:solidFill>
                <a:schemeClr val="accent2"/>
              </a:solidFill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50392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D5206-42EB-D96A-2D35-D35028517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BBF13EF-CF49-1095-4737-8AC23827ECB0}"/>
              </a:ext>
            </a:extLst>
          </p:cNvPr>
          <p:cNvSpPr txBox="1">
            <a:spLocks/>
          </p:cNvSpPr>
          <p:nvPr/>
        </p:nvSpPr>
        <p:spPr>
          <a:xfrm>
            <a:off x="-138223" y="-1173858"/>
            <a:ext cx="7646090" cy="62820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219170" rtl="0" eaLnBrk="1" latinLnBrk="0" hangingPunct="1">
              <a:lnSpc>
                <a:spcPts val="5600"/>
              </a:lnSpc>
              <a:spcBef>
                <a:spcPct val="0"/>
              </a:spcBef>
              <a:buNone/>
              <a:defRPr sz="5333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667"/>
              </a:lnSpc>
              <a:defRPr/>
            </a:pPr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502413-366B-EBEF-F41A-9F4B3A436DC9}"/>
              </a:ext>
            </a:extLst>
          </p:cNvPr>
          <p:cNvSpPr txBox="1"/>
          <p:nvPr/>
        </p:nvSpPr>
        <p:spPr>
          <a:xfrm>
            <a:off x="3175820" y="193320"/>
            <a:ext cx="6695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Order Intelligence Agent </a:t>
            </a:r>
            <a:r>
              <a:rPr lang="en-US" sz="2000" dirty="0"/>
              <a:t>– </a:t>
            </a:r>
            <a:r>
              <a:rPr lang="en-US" sz="2000" b="1" dirty="0">
                <a:solidFill>
                  <a:srgbClr val="0070C0"/>
                </a:solidFill>
              </a:rPr>
              <a:t>Architecture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53D448E-9FF4-683D-E624-E5640169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9116" y="724155"/>
            <a:ext cx="11676184" cy="524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008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EB0E4-4F7A-017E-70B4-DAF7CFB34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996E46D-7CA1-A864-28F4-ADDEB309E989}"/>
              </a:ext>
            </a:extLst>
          </p:cNvPr>
          <p:cNvSpPr txBox="1">
            <a:spLocks/>
          </p:cNvSpPr>
          <p:nvPr/>
        </p:nvSpPr>
        <p:spPr>
          <a:xfrm>
            <a:off x="-138223" y="-1173858"/>
            <a:ext cx="7646090" cy="62820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219170" rtl="0" eaLnBrk="1" latinLnBrk="0" hangingPunct="1">
              <a:lnSpc>
                <a:spcPts val="5600"/>
              </a:lnSpc>
              <a:spcBef>
                <a:spcPct val="0"/>
              </a:spcBef>
              <a:buNone/>
              <a:defRPr sz="5333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2667"/>
              </a:lnSpc>
              <a:defRPr/>
            </a:pPr>
            <a:endParaRPr lang="en-US" sz="2800">
              <a:latin typeface="Aptos" panose="020B0004020202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3AAB9FD-B69D-4188-A626-E9895DC573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820" y="678426"/>
            <a:ext cx="7146603" cy="58387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73759F-9B98-7DFA-D2AE-AFD0A42C67E1}"/>
              </a:ext>
            </a:extLst>
          </p:cNvPr>
          <p:cNvSpPr txBox="1"/>
          <p:nvPr/>
        </p:nvSpPr>
        <p:spPr>
          <a:xfrm>
            <a:off x="7069393" y="678426"/>
            <a:ext cx="4817807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2"/>
                </a:solidFill>
              </a:rPr>
              <a:t>Step 1: Email Received</a:t>
            </a:r>
            <a:r>
              <a:rPr lang="en-US" sz="1000" dirty="0">
                <a:solidFill>
                  <a:schemeClr val="accent2"/>
                </a:solidFill>
              </a:rPr>
              <a:t> </a:t>
            </a:r>
            <a:r>
              <a:rPr lang="en-US" sz="1000" dirty="0"/>
              <a:t>An email arrives at </a:t>
            </a:r>
            <a:r>
              <a:rPr lang="en-US" sz="1000" dirty="0" err="1"/>
              <a:t>iltransport@ideyalabs.com</a:t>
            </a:r>
            <a:r>
              <a:rPr lang="en-US" sz="1000" dirty="0"/>
              <a:t> with order details in the body or as attachments (PDF, Excel, Word, PNG).</a:t>
            </a:r>
          </a:p>
          <a:p>
            <a:endParaRPr lang="en-US" sz="1000" dirty="0"/>
          </a:p>
          <a:p>
            <a:r>
              <a:rPr lang="en-US" sz="1000" b="1" dirty="0">
                <a:solidFill>
                  <a:schemeClr val="accent2"/>
                </a:solidFill>
              </a:rPr>
              <a:t>Step 2: Email Intake Agent</a:t>
            </a:r>
            <a:r>
              <a:rPr lang="en-US" sz="1000" dirty="0">
                <a:solidFill>
                  <a:schemeClr val="accent2"/>
                </a:solidFill>
              </a:rPr>
              <a:t> </a:t>
            </a:r>
            <a:r>
              <a:rPr lang="en-US" sz="1000" dirty="0"/>
              <a:t>Polls inbox every 15 seconds via MS Graph API. Classifies emails as </a:t>
            </a:r>
            <a:r>
              <a:rPr lang="en-US" sz="1000" dirty="0" err="1"/>
              <a:t>new_order</a:t>
            </a:r>
            <a:r>
              <a:rPr lang="en-US" sz="1000" dirty="0"/>
              <a:t>, </a:t>
            </a:r>
            <a:r>
              <a:rPr lang="en-US" sz="1000" dirty="0" err="1"/>
              <a:t>customer_reply</a:t>
            </a:r>
            <a:r>
              <a:rPr lang="en-US" sz="1000" dirty="0"/>
              <a:t>, or other using GPT-4o-mini.</a:t>
            </a:r>
          </a:p>
          <a:p>
            <a:endParaRPr lang="en-US" sz="1000" dirty="0"/>
          </a:p>
          <a:p>
            <a:r>
              <a:rPr lang="en-US" sz="1000" b="1" dirty="0">
                <a:solidFill>
                  <a:schemeClr val="accent2"/>
                </a:solidFill>
              </a:rPr>
              <a:t>Step 3: Document Understanding Agent</a:t>
            </a:r>
            <a:r>
              <a:rPr lang="en-US" sz="1000" dirty="0">
                <a:solidFill>
                  <a:schemeClr val="accent2"/>
                </a:solidFill>
              </a:rPr>
              <a:t> </a:t>
            </a:r>
            <a:r>
              <a:rPr lang="en-US" sz="1000" dirty="0"/>
              <a:t>Extracts text from attachments (PDF via </a:t>
            </a:r>
            <a:r>
              <a:rPr lang="en-US" sz="1000" dirty="0" err="1"/>
              <a:t>pdfplumber</a:t>
            </a:r>
            <a:r>
              <a:rPr lang="en-US" sz="1000" dirty="0"/>
              <a:t>/OCR, Excel, Word, images) and combines with email body text.</a:t>
            </a:r>
          </a:p>
          <a:p>
            <a:endParaRPr lang="en-US" sz="1000" dirty="0"/>
          </a:p>
          <a:p>
            <a:r>
              <a:rPr lang="en-US" sz="1000" b="1" dirty="0">
                <a:solidFill>
                  <a:schemeClr val="accent2"/>
                </a:solidFill>
              </a:rPr>
              <a:t>Step 4: Order Extraction Agent </a:t>
            </a:r>
            <a:r>
              <a:rPr lang="en-US" sz="1000" dirty="0">
                <a:solidFill>
                  <a:schemeClr val="accent2"/>
                </a:solidFill>
              </a:rPr>
              <a:t> </a:t>
            </a:r>
            <a:r>
              <a:rPr lang="en-US" sz="1000" dirty="0"/>
              <a:t>Extracts 49 fields with per-field confidence scores. Calculates overall confidence as weighted average of mandatory fields.</a:t>
            </a:r>
          </a:p>
          <a:p>
            <a:endParaRPr lang="en-US" sz="1000" dirty="0"/>
          </a:p>
          <a:p>
            <a:r>
              <a:rPr lang="en-US" sz="1000" b="1" dirty="0">
                <a:solidFill>
                  <a:schemeClr val="accent2"/>
                </a:solidFill>
              </a:rPr>
              <a:t>Step 5: Validation Agent</a:t>
            </a:r>
            <a:r>
              <a:rPr lang="en-US" sz="1000" dirty="0">
                <a:solidFill>
                  <a:schemeClr val="accent2"/>
                </a:solidFill>
              </a:rPr>
              <a:t> </a:t>
            </a:r>
            <a:r>
              <a:rPr lang="en-US" sz="1000" dirty="0"/>
              <a:t>Checks 24 mandatory fields and 12 business rules. Routes based on four sequential decisions.</a:t>
            </a:r>
          </a:p>
          <a:p>
            <a:r>
              <a:rPr lang="en-US" sz="1000" b="1" dirty="0"/>
              <a:t>Decision 1: Hazmat?</a:t>
            </a:r>
            <a:r>
              <a:rPr lang="en-US" sz="1000" dirty="0"/>
              <a:t> YES → HITL Review Queue (always requires human approval). NO → Continue.</a:t>
            </a:r>
          </a:p>
          <a:p>
            <a:r>
              <a:rPr lang="en-US" sz="1000" b="1" dirty="0"/>
              <a:t>Decision 2: Duplicate?</a:t>
            </a:r>
            <a:r>
              <a:rPr lang="en-US" sz="1000" dirty="0"/>
              <a:t> Same customer + pickup date within 72 hours. YES → HITL Queue. NO → Continue.</a:t>
            </a:r>
          </a:p>
          <a:p>
            <a:r>
              <a:rPr lang="en-US" sz="1000" b="1" dirty="0"/>
              <a:t>Decision 3: Missing Fields?</a:t>
            </a:r>
            <a:r>
              <a:rPr lang="en-US" sz="1000" dirty="0"/>
              <a:t> YES → Communication Agent (auto-emails customer for missing details). NO → Continue.</a:t>
            </a:r>
          </a:p>
          <a:p>
            <a:r>
              <a:rPr lang="en-US" sz="1000" b="1" dirty="0"/>
              <a:t>Decision 4: Confidence &gt;= 90%?</a:t>
            </a:r>
            <a:r>
              <a:rPr lang="en-US" sz="1000" dirty="0"/>
              <a:t> YES → Auto-process (STP). NO (80-90%) → HITL Queue. NO (&lt; 80%) → Exception Queue.</a:t>
            </a:r>
          </a:p>
          <a:p>
            <a:endParaRPr lang="en-US" sz="1000" dirty="0"/>
          </a:p>
          <a:p>
            <a:r>
              <a:rPr lang="en-US" sz="1000" b="1" dirty="0">
                <a:solidFill>
                  <a:schemeClr val="accent2"/>
                </a:solidFill>
              </a:rPr>
              <a:t>Step 6: Order Creation Agent</a:t>
            </a:r>
            <a:r>
              <a:rPr lang="en-US" sz="1000" dirty="0"/>
              <a:t> Creates the order, sends confirmation email to the customer in the same email thread.</a:t>
            </a:r>
          </a:p>
          <a:p>
            <a:endParaRPr lang="en-US" sz="1000" dirty="0"/>
          </a:p>
          <a:p>
            <a:r>
              <a:rPr lang="en-US" sz="1000" b="1" dirty="0">
                <a:solidFill>
                  <a:schemeClr val="accent2"/>
                </a:solidFill>
              </a:rPr>
              <a:t>Step 7: Communication Agent</a:t>
            </a:r>
            <a:r>
              <a:rPr lang="en-US" sz="1000" dirty="0"/>
              <a:t> Emails customer listing specific missing fields. Maintains email thread. Schedules follow-up.</a:t>
            </a:r>
          </a:p>
          <a:p>
            <a:endParaRPr lang="en-US" sz="1000" dirty="0"/>
          </a:p>
          <a:p>
            <a:r>
              <a:rPr lang="en-US" sz="1000" b="1" dirty="0">
                <a:solidFill>
                  <a:schemeClr val="accent2"/>
                </a:solidFill>
              </a:rPr>
              <a:t>Step 8: Customer Reply → Merge + Re-validate</a:t>
            </a:r>
            <a:r>
              <a:rPr lang="en-US" sz="1000" dirty="0">
                <a:solidFill>
                  <a:schemeClr val="accent2"/>
                </a:solidFill>
              </a:rPr>
              <a:t> </a:t>
            </a:r>
            <a:r>
              <a:rPr lang="en-US" sz="1000" dirty="0"/>
              <a:t>Customer's reply is merged into the existing order and re-validated through the decision flow.</a:t>
            </a:r>
          </a:p>
          <a:p>
            <a:endParaRPr lang="en-US" sz="1000" dirty="0"/>
          </a:p>
          <a:p>
            <a:r>
              <a:rPr lang="en-US" sz="1000" b="1" dirty="0">
                <a:solidFill>
                  <a:schemeClr val="accent2"/>
                </a:solidFill>
              </a:rPr>
              <a:t>Step 9: Follow-up &amp; Escalation</a:t>
            </a:r>
            <a:r>
              <a:rPr lang="en-US" sz="1000" dirty="0">
                <a:solidFill>
                  <a:schemeClr val="accent2"/>
                </a:solidFill>
              </a:rPr>
              <a:t> </a:t>
            </a:r>
            <a:r>
              <a:rPr lang="en-US" sz="1000" dirty="0"/>
              <a:t>Follow-up reminder after 24 hours. Escalates to HITL after 2 failed attempts.</a:t>
            </a:r>
          </a:p>
          <a:p>
            <a:endParaRPr lang="en-US" sz="1000" dirty="0"/>
          </a:p>
          <a:p>
            <a:r>
              <a:rPr lang="en-US" sz="1000" b="1" dirty="0">
                <a:solidFill>
                  <a:schemeClr val="accent2"/>
                </a:solidFill>
              </a:rPr>
              <a:t>HITL Review Queue</a:t>
            </a:r>
            <a:r>
              <a:rPr lang="en-US" sz="1000" dirty="0"/>
              <a:t> Human approves (order created + confirmation sent) or rejects (cancelled). All actions logged to audit trail.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9B8ED-FCEE-1247-D3F0-2610119F238F}"/>
              </a:ext>
            </a:extLst>
          </p:cNvPr>
          <p:cNvSpPr txBox="1"/>
          <p:nvPr/>
        </p:nvSpPr>
        <p:spPr>
          <a:xfrm>
            <a:off x="3175820" y="193320"/>
            <a:ext cx="6695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Order Intelligence Agent </a:t>
            </a:r>
            <a:r>
              <a:rPr lang="en-US" sz="2000" dirty="0"/>
              <a:t>– </a:t>
            </a:r>
            <a:r>
              <a:rPr lang="en-US" sz="2000" b="1" dirty="0">
                <a:solidFill>
                  <a:srgbClr val="0070C0"/>
                </a:solidFill>
              </a:rPr>
              <a:t>Process Flow</a:t>
            </a:r>
          </a:p>
        </p:txBody>
      </p:sp>
    </p:spTree>
    <p:extLst>
      <p:ext uri="{BB962C8B-B14F-4D97-AF65-F5344CB8AC3E}">
        <p14:creationId xmlns:p14="http://schemas.microsoft.com/office/powerpoint/2010/main" val="25483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84A1F-E892-6786-467B-BE8F46D5B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B1F6B4DF-8A14-A853-86F1-28C2A2157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186" y="3219957"/>
            <a:ext cx="3112865" cy="6906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517EC8-C3D3-B7A6-6317-66ACEA4308F1}"/>
              </a:ext>
            </a:extLst>
          </p:cNvPr>
          <p:cNvSpPr txBox="1"/>
          <p:nvPr/>
        </p:nvSpPr>
        <p:spPr>
          <a:xfrm>
            <a:off x="223210" y="4350744"/>
            <a:ext cx="5531395" cy="594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Contact Us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2735EA8-A9B6-D9B2-6A17-501D6AB1BF93}"/>
              </a:ext>
            </a:extLst>
          </p:cNvPr>
          <p:cNvGrpSpPr/>
          <p:nvPr/>
        </p:nvGrpSpPr>
        <p:grpSpPr>
          <a:xfrm>
            <a:off x="603228" y="5073945"/>
            <a:ext cx="5863578" cy="384980"/>
            <a:chOff x="165191" y="4541711"/>
            <a:chExt cx="5863578" cy="42347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C87EC5B-A6C2-7800-AB3F-6842B4FFE44F}"/>
                </a:ext>
              </a:extLst>
            </p:cNvPr>
            <p:cNvSpPr txBox="1"/>
            <p:nvPr/>
          </p:nvSpPr>
          <p:spPr>
            <a:xfrm>
              <a:off x="456937" y="4541714"/>
              <a:ext cx="3362750" cy="423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40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www.ideyalabs.com</a:t>
              </a:r>
              <a:endParaRPr lang="en-US" sz="140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7" name="Graphic 6" descr="World outline">
              <a:extLst>
                <a:ext uri="{FF2B5EF4-FFF2-40B4-BE49-F238E27FC236}">
                  <a16:creationId xmlns:a16="http://schemas.microsoft.com/office/drawing/2014/main" id="{8FA4A9C8-D36B-04D1-10CD-743BB7C1DDBF}"/>
                </a:ext>
              </a:extLst>
            </p:cNvPr>
            <p:cNvPicPr/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5191" y="4614232"/>
              <a:ext cx="307985" cy="33878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2B314B5-D1B3-954F-8894-34DBE7E93B41}"/>
                </a:ext>
              </a:extLst>
            </p:cNvPr>
            <p:cNvSpPr txBox="1"/>
            <p:nvPr/>
          </p:nvSpPr>
          <p:spPr>
            <a:xfrm>
              <a:off x="3177398" y="4541711"/>
              <a:ext cx="2851371" cy="4234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40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info@ideyalabs.com</a:t>
              </a:r>
              <a:endParaRPr lang="en-US" sz="140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9" name="Graphic 8" descr="Email outline">
              <a:extLst>
                <a:ext uri="{FF2B5EF4-FFF2-40B4-BE49-F238E27FC236}">
                  <a16:creationId xmlns:a16="http://schemas.microsoft.com/office/drawing/2014/main" id="{05AB2A13-2005-92D5-07A0-96CA41F67637}"/>
                </a:ext>
              </a:extLst>
            </p:cNvPr>
            <p:cNvPicPr/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49359" y="4599456"/>
              <a:ext cx="307985" cy="307985"/>
            </a:xfrm>
            <a:prstGeom prst="rect">
              <a:avLst/>
            </a:prstGeom>
          </p:spPr>
        </p:pic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5F5906-88A5-3878-066F-44F3B8A35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909" y="1061288"/>
            <a:ext cx="5152516" cy="515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40274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3739b9-6038-461a-ab7c-f571eacc0fdd">
      <Terms xmlns="http://schemas.microsoft.com/office/infopath/2007/PartnerControls"/>
    </lcf76f155ced4ddcb4097134ff3c332f>
    <TaxCatchAll xmlns="45fc85a5-012c-45b2-823a-27100352247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346C7EA372A94181E34BC0480D42B1" ma:contentTypeVersion="14" ma:contentTypeDescription="Create a new document." ma:contentTypeScope="" ma:versionID="01f3e9b0ec71151d3081f231ae4719b1">
  <xsd:schema xmlns:xsd="http://www.w3.org/2001/XMLSchema" xmlns:xs="http://www.w3.org/2001/XMLSchema" xmlns:p="http://schemas.microsoft.com/office/2006/metadata/properties" xmlns:ns2="433739b9-6038-461a-ab7c-f571eacc0fdd" xmlns:ns3="45fc85a5-012c-45b2-823a-271003522474" targetNamespace="http://schemas.microsoft.com/office/2006/metadata/properties" ma:root="true" ma:fieldsID="d5b5b4d9f2987e76c3fb24a1c86654af" ns2:_="" ns3:_="">
    <xsd:import namespace="433739b9-6038-461a-ab7c-f571eacc0fdd"/>
    <xsd:import namespace="45fc85a5-012c-45b2-823a-2710035224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3739b9-6038-461a-ab7c-f571eacc0f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024c8c1d-afca-41c4-8025-6e01fc6d84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fc85a5-012c-45b2-823a-27100352247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96a95bc-82b6-4923-a43c-5d9f8031b579}" ma:internalName="TaxCatchAll" ma:showField="CatchAllData" ma:web="45fc85a5-012c-45b2-823a-2710035224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FA994F-0482-4E05-851D-A5E8474282F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03EF71-DF41-4E92-8BF7-72D88361CDDA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433739b9-6038-461a-ab7c-f571eacc0fdd"/>
    <ds:schemaRef ds:uri="45fc85a5-012c-45b2-823a-271003522474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BDCA1E7-1FC2-4EF5-915D-3197C7604F34}">
  <ds:schemaRefs>
    <ds:schemaRef ds:uri="433739b9-6038-461a-ab7c-f571eacc0fdd"/>
    <ds:schemaRef ds:uri="45fc85a5-012c-45b2-823a-2710035224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5215</TotalTime>
  <Words>372</Words>
  <Application>Microsoft Macintosh PowerPoint</Application>
  <PresentationFormat>Widescreen</PresentationFormat>
  <Paragraphs>32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Aptos</vt:lpstr>
      <vt:lpstr>Arial</vt:lpstr>
      <vt:lpstr>Calibri</vt:lpstr>
      <vt:lpstr>Poppins</vt:lpstr>
      <vt:lpstr>Custom Design</vt:lpstr>
      <vt:lpstr>1_Custom Design</vt:lpstr>
      <vt:lpstr>2_Custom Design</vt:lpstr>
      <vt:lpstr>4_Custom Design</vt:lpstr>
      <vt:lpstr>3_Custom Design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Gayathri K</dc:creator>
  <cp:lastModifiedBy>Bharath M</cp:lastModifiedBy>
  <cp:revision>22</cp:revision>
  <dcterms:created xsi:type="dcterms:W3CDTF">2024-01-30T10:01:44Z</dcterms:created>
  <dcterms:modified xsi:type="dcterms:W3CDTF">2026-07-09T06:11:08Z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0x01010021346C7EA372A94181E34BC0480D42B1</vt:lpwstr>
  </property>
  <property fmtid="{D5CDD505-2E9C-101B-9397-08002B2CF9AE}" pid="3" name="MediaServiceImageTags">
    <vt:lpwstr/>
  </property>
</Properties>
</file>