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Order Intelligence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59E0B"/>
                </a:solidFill>
              </a:defRPr>
            </a:pPr>
            <a:r>
              <a:t>AI-Powered Order Intake &amp; Automation for Transportation &amp;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5943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Powered by ideyaLabs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Current State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Manual order entry from emails: 5-15 minutes per order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High error rates from manual data transcription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No standardized process — each agent handles orders differently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Customer follow-ups are reactive, not proactive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Limited visibility into pipeline status and STP rates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Business Impact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40-60% of operations team time spent on data entry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Order processing delays affect customer satisfaction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Revenue leakage from missed or duplicate orders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Inability to scale without adding headcount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Solution: Order Intelligence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What It Does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Monitors email inbox for inbound shipment requests (24/7)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Extracts order data using AI (GPT-4o) with 99%+ accuracy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Validates against configurable business rules automatically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Routes by confidence: auto-process (&gt;=90%) or human review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Communicates with customers for missing information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Creates orders automatically — Straight-Through Processing (STP)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Key Differentiators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Handles PDF, Excel, Word, image attachments (OCR)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Maintains email threading (replies in same conversation)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Configurable — field rules, thresholds adjusted at runtime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Full audit trail — every action logged and traceable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6 AI Agents (Event-Driven Pipeline)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Email Intake Agent — polls inbox, classifies emails (new_order/reply/other)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Document Understanding Agent — extracts text from attachments (PDF/images/Excel)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Order Extraction Agent — LLM-powered field extraction with confidence scores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Validation Agent — mandatory field checks, business rules, duplicate detection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Communication Agent — auto-emails customers for missing info + follow-ups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Order Creation Agent — finalizes orders, sends confirmations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Tech Stack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Backend: Python 3.12 + FastAPI (async) | Frontend: React 18 + TypeScript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Database: PostgreSQL 16 (pgvector) | Cache: Redis 7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LLM: OpenAI GPT-4o | Email: Microsoft Graph API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Infrastructure: Docker Compose (on-premise ready)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Adapter pattern enables swap to AWS (SQS, S3, Textract, Bedrock) without code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Order Processing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Email Received → Order Created in ~10 seconds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1. Email arrives → Intake Agent classifies (new_order vs reply vs spam)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2. Attachments processed → OCR extracts text from PDFs/images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3. GPT-4o extracts all fields with per-field confidence scores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4. Validation checks: 24 mandatory fields, 12 business rules, duplicates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5. Routing decision based on confidence: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   - ≥90% + all fields → Auto-process (STP)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   - 80-90% → Human-in-the-Loop review queue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   - Missing fields → Auto-email customer for clarification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   - Hazmat → Always human review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6. Order created → Confirmation email sent to customer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Real Test Result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Maple Leaf Foods shipment email → 99.2% confidence → auto-created in 9 seconds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Web Application — Order Entry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Dashboard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Real-time KPIs: Total Orders, STP Rate, Avg E2E Time, Accuracy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Order status distribution (donut chart), pipeline breakdown (bars)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STP trend chart (7/14/30 day toggle with 80% target line)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Order Management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Dynamic order form — fields configured by admin (49 fields, 4-step wizard)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Inline editing on order detail page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Filter by status, pagination, confidence indicators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Operations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Review Queue — approve/reject orders requiring human review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Email Inbox — view all processed emails with classification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Audit Logs — full traceability with search, pagination, JSON diff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Administration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Field Configuration, Business Rules, Email Templates, User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Intelligent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AI-Powered Extraction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Per-field confidence scoring (0-100%) for every extracted value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Handles unstructured emails, PDFs, images, Excel, Word documents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Equipment type detection, address decomposition, date normalization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Smart Routing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Configurable thresholds (auto-process: 90%, HITL: 80%, communication: 70%)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Hazmat orders always flagged for human review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Duplicate detection (same customer + pickup date within 72h window)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Automated Customer Communication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Missing mandatory fields → auto-email customer with specific questions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Follow-up reminders if no response within 24 hours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Escalation to human after 2 failed attempts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Maintains email thread (replies in same Outlook conversation)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Runtime Configuration (No Code Changes)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Field Configuration (49 fields)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Toggle mandatory/optional per field at runtime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Conditional fields (e.g., temperature only for Reefer equipment)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Display order controls form layout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Business Rules (12 active rules)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date_after: pickup must be future, delivery after pickup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valid_enum: freight type, equipment type validation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regex_match: email format, postal codes, weight format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required_if: temperature required for reefer, UN# for hazmat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Email Templates (4 types)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Missing info request, follow-up reminder, acknowledgement, duplicate alert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Variable substitution: {{order_number}}, {{customer_name}}, {{missing_fields}}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User Management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4 roles: Readonly → Agent → Supervisor → Admin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Create/edit/deactivate users, password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Security, Quality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Role-Based Access Control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4-tier role hierarchy enforced at API + UI level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JWT authentication with configurable expiry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Endpoint-level authorization decorators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Testing (197 automated tests)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26 Playwright E2E tests (UI flows, RBAC, form validation)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171 pytest API integration tests: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   - Field-level validation (61 tests — every mandatory, enum, conditional)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   - Admin CRUD (48 tests — configs, rules, templates, users)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   - Auth, orders, reports, queues, conversations (62 tests)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Audit &amp; Compliance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Immutable audit trail (append-only order_history table)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Every agent action logged with timestamps and context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Searchable audit logs with export to 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Deployment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On-Premise Deployment (Current)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Single command: docker compose up -d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8 containers: Postgres, Redis, ElasticMQ, MinIO, Mailpit, API, Agents, Frontend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Requirements: Docker, 8GB RAM, outbound internet (OpenAI + MS Graph)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AWS Cloud Path (Future)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Adapter pattern allows zero-code-change migration: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   - ElasticMQ → Amazon SQS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   - MinIO → Amazon S3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   - Local OCR → AWS Textract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   - OpenAI → AWS Bedrock (Claude)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t>   - Local JWT → Amazon Cognito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CDK infrastructure-as-code ready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Monitoring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Health endpoint with DB/Redis/Queue status checks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Structured JSON logging across all agents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Docker log aggregation compatible (ELK, CloudWatch)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 &amp; 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Performance (Observed in Testing)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End-to-end processing time: ~9 seconds (email to order created)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Extraction accuracy: 99.2% on well-structured emails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Auto-process rate: 90%+ for complete orders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Operational Impact (Projected)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80-90% reduction in manual data entry time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24/7 automated processing (no staffing dependency)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Consistent quality — same rules applied every time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Proactive customer communication (no missed follow-ups)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Platform Coverage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45 API endpoints, fully tested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49 configurable order fields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12 business validation rules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4 email template types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Supports PDF, Excel, Word, image attachments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Phase 1 — Hardening (Next)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CI/CD pipeline (GitHub Actions)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Database migrations (Alembic)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Rate limiting, input sanitization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Phase 2 — AWS Cloud Migration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ECS Fargate, RDS, SQS, S3, Textract, Cognito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CDK infrastructure-as-code deployment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Phase 3 — Advanced Features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Real-time WebSocket notifications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pgvector embedding-based duplicate detection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Customer profile management (preferred lanes, always-HITL flag)</a:t>
            </a:r>
          </a:p>
          <a:p>
            <a:pPr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0F1B2D"/>
                </a:solidFill>
              </a:defRPr>
            </a:pPr>
            <a:r>
              <a:t>Phase 4 — Enterprise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Multi-tenant support, SSO (SAML/OIDC)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Data retention policies, API versioning</a:t>
            </a:r>
          </a:p>
          <a:p>
            <a:pPr lvl="1">
              <a:spcBef>
                <a:spcPts val="600"/>
              </a:spcBef>
              <a:defRPr sz="1600">
                <a:solidFill>
                  <a:srgbClr val="1E293B"/>
                </a:solidFill>
              </a:defRPr>
            </a:pPr>
            <a:r>
              <a:t>CloudWatch dashboards, X-Ray distributed tracing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59E0B"/>
                </a:solidFill>
              </a:defRPr>
            </a:pPr>
            <a:r>
              <a:t>Order Intelligence Agent — Built by ideyaLabs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5943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Powered by ideyaLabs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