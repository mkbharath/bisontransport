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  <p:sldMasterId id="2147483708" r:id="rId7"/>
    <p:sldMasterId id="2147483720" r:id="rId8"/>
  </p:sldMasterIdLst>
  <p:notesMasterIdLst>
    <p:notesMasterId r:id="rId12"/>
  </p:notesMasterIdLst>
  <p:sldIdLst>
    <p:sldId id="2123259335" r:id="rId9"/>
    <p:sldId id="2123259604" r:id="rId10"/>
    <p:sldId id="212325942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625"/>
    <a:srgbClr val="285D93"/>
    <a:srgbClr val="F5F4F6"/>
    <a:srgbClr val="F0F3F6"/>
    <a:srgbClr val="E8EDF1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637"/>
  </p:normalViewPr>
  <p:slideViewPr>
    <p:cSldViewPr snapToGrid="0">
      <p:cViewPr varScale="1">
        <p:scale>
          <a:sx n="149" d="100"/>
          <a:sy n="149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29673-964D-461C-81A5-E96E8730AFB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64EE4-3EA1-4059-B2C3-3137EFA33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3841-A486-2536-8D21-F673A79A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2FF95-AA1E-88BA-22EB-E73E473C7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3BA38-0C63-729D-4F7E-2B6D7E17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EFE4D-C733-2795-E335-D6968A9E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B50A8-1921-1A4C-842D-1EAF1E1767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63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5D6A-3530-33A7-0B5F-D463EEAF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BF28E-35A1-6B67-B6D4-21D90A02C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BDB0C-F4B7-FAF6-319A-89314B1E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5B746-1710-ECA2-A84F-7688AF83A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64EE4-3EA1-4059-B2C3-3137EFA33C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5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5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6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4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1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4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9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9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2822-3C3E-A588-BFD7-CB66409A1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85AD3-3032-26F0-94E5-5906A0475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DD93-0C88-B89C-F087-99370C81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BE9E1-AC74-AEBB-6D39-6DA1A935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3EB99-DEAA-4FAB-6F09-11A932A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9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1AD0-48C5-35F6-12B2-8052EE68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C3AB-BDCB-440F-46AD-F535C08F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0FA5-2B37-E041-DBAF-6246F047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2179-3AC2-B068-E5D2-82AEDA75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2788-3A7A-9CA7-940F-D7EE03AC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0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E5D1-EDFC-91AF-F14D-BD4A0DFA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1D47-D01C-EAB4-68F6-F9A70609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EE5B-8574-25B8-C6AC-EB75C44A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C1BF5-34F7-291F-5303-73FE5945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DB58-2B18-4600-7E29-6FCCFA2D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43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4719-B678-CB92-2582-D48657C9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C86A-63A5-3E32-B208-8093A31E3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AF81E-5CE7-0980-12FC-3C43DE46A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B9E27-24E8-9CCB-6A49-01C9DBFA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272EC-C543-947F-4F8A-F92D202D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2BDD6-7930-D136-3D2A-B5CB24CA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2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F97D-EA2A-AD0C-1F4C-E4B9D7BE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025A-7659-421F-37D7-CB26F438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1DF86-C1A0-FF9B-FF87-EC57A1C8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9E33D-C2E1-3B57-0A95-86DE6777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B1ACB-2F68-F0FA-B82A-89E581D2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2FB4A-3C7D-9CB5-5AB6-53379594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4559-0282-7639-E70D-07B332D9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53A87-0F58-82F6-A2F8-203D7CCF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68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8BD9-1717-C814-7EFF-0E46DCBB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9608-4B50-F8EA-FA81-B569B608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83F4A-F1D6-5F30-0BD4-01FD71C1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C4EAE-D58C-8850-BD45-C5E70FA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32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CC479-9CCF-CF90-5E49-3D684DAE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BD40D-5E86-4DD5-E3D8-75635E2B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2A42B-8DBF-B7AB-D3D6-5ADE82C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75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2BAB-2B14-8C86-340A-7C8D00DC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DB6F-FD07-61ED-7691-D8079A04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DBB8D-64BB-AB9C-7BDB-E1E84974B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4F0E-6363-C5BE-EB1B-C46D44CB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464C9-9E2E-A42B-6170-5FFFADC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0A3CE-17FE-EB3F-9F11-1524ED95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96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525E-E47B-FB7D-6A6D-A855A22A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9FA96-6C32-E252-5066-C500BEEE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AAFFF-241D-EBEE-B742-7EAF0ED7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77BFF-18ED-FD29-6124-B0021B81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C879-65FD-31AC-ED3C-215A64A6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649E3-C419-32B7-D3AE-2AA6F146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00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2BA9-5D37-4977-F3C8-128BF038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1AD82-A052-9CCF-F346-EB76E35F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D5D5-951B-C361-345E-24C2328A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DBBC-D1F5-FB74-FFB0-7AD5B63E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00C7-D144-B5A3-2EE1-A9E322DB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54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18311-879A-74A0-CECE-D764E6EC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754A4-B2D9-3378-3D5A-BB1C6F77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D7CB-2F58-8239-1EFF-72B4F69C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FD99-7F46-7F72-E777-52800A14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2A57-043D-141F-EBFF-F4AD0F2A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11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062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39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30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890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8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63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9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23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77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49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575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683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575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55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635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18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385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445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274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56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258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930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02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773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1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969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490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32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844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10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1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ideyalabs.com/" TargetMode="Externa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hyperlink" Target="http://www.ideyalabs.com/" TargetMode="Externa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80F6CD-15F3-A22C-92BB-3EBDC8AE4C69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13" name="Footer Placeholder 4">
              <a:extLst>
                <a:ext uri="{FF2B5EF4-FFF2-40B4-BE49-F238E27FC236}">
                  <a16:creationId xmlns:a16="http://schemas.microsoft.com/office/drawing/2014/main" id="{1E7F0F90-7E34-4E44-02F7-4BE5FC05C01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14" name="Picture 1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A5E56313-88D9-F25F-B322-7CF9AA17A9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048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05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8336540-5FD5-0BDF-F1FE-C3B81A0D4AC2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3" name="Footer Placeholder 4">
              <a:extLst>
                <a:ext uri="{FF2B5EF4-FFF2-40B4-BE49-F238E27FC236}">
                  <a16:creationId xmlns:a16="http://schemas.microsoft.com/office/drawing/2014/main" id="{9C351054-22B9-E139-B6E2-99A3FB3AA6F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4" name="Picture 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67532BD7-B5D0-729D-914F-00A622341A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98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06D06C2-AA6D-A315-4F52-02738EF082ED}"/>
              </a:ext>
            </a:extLst>
          </p:cNvPr>
          <p:cNvGrpSpPr/>
          <p:nvPr userDrawn="1"/>
        </p:nvGrpSpPr>
        <p:grpSpPr>
          <a:xfrm>
            <a:off x="160339" y="6492875"/>
            <a:ext cx="11867716" cy="279400"/>
            <a:chOff x="408035" y="6063229"/>
            <a:chExt cx="11867716" cy="279400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F76284D8-B67C-6223-4648-4A309174BEB7}"/>
                </a:ext>
              </a:extLst>
            </p:cNvPr>
            <p:cNvSpPr txBox="1"/>
            <p:nvPr/>
          </p:nvSpPr>
          <p:spPr>
            <a:xfrm>
              <a:off x="408035" y="6063229"/>
              <a:ext cx="11867716" cy="279400"/>
            </a:xfrm>
            <a:prstGeom prst="rect">
              <a:avLst/>
            </a:prstGeom>
            <a:solidFill>
              <a:srgbClr val="EC7625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IN" sz="1200" b="1" kern="100">
                  <a:solidFill>
                    <a:srgbClr val="FFFF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Copyright     2026    ideyaLabs | All Rights Reserved</a:t>
              </a:r>
              <a:endParaRPr lang="en-IN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B9455F-D082-E805-E37B-50B19FF968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174753" y="6150666"/>
              <a:ext cx="117475" cy="11193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A1AD75A-85A9-A82E-F54B-884D1B24B5B8}"/>
              </a:ext>
            </a:extLst>
          </p:cNvPr>
          <p:cNvSpPr txBox="1"/>
          <p:nvPr userDrawn="1"/>
        </p:nvSpPr>
        <p:spPr>
          <a:xfrm>
            <a:off x="10941600" y="6473826"/>
            <a:ext cx="664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AAF1190-AD06-5B4F-8DFA-77B3863011C6}" type="slidenum">
              <a:rPr lang="en-US" sz="1200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200" b="1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3DFAC4-9399-D3DC-D84A-E7F75FC7EDED}"/>
              </a:ext>
            </a:extLst>
          </p:cNvPr>
          <p:cNvCxnSpPr>
            <a:cxnSpLocks/>
          </p:cNvCxnSpPr>
          <p:nvPr userDrawn="1"/>
        </p:nvCxnSpPr>
        <p:spPr>
          <a:xfrm>
            <a:off x="0" y="704331"/>
            <a:ext cx="8911769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816C547-6416-72B3-DF95-AB7DCC36850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5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hyperlink" Target="http://www.ideyalab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A3F6-3AB8-6962-02B7-49BB7375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5906CE-675A-AD3A-930F-4E27C8A9C898}"/>
              </a:ext>
            </a:extLst>
          </p:cNvPr>
          <p:cNvSpPr/>
          <p:nvPr/>
        </p:nvSpPr>
        <p:spPr>
          <a:xfrm>
            <a:off x="1140368" y="2708875"/>
            <a:ext cx="9911264" cy="14402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285D93"/>
                </a:solidFill>
                <a:latin typeface="Poppins"/>
                <a:cs typeface="Poppins"/>
              </a:rPr>
              <a:t>QA Agent – </a:t>
            </a:r>
            <a:r>
              <a:rPr lang="en-US" sz="4000" b="1" dirty="0">
                <a:solidFill>
                  <a:schemeClr val="accent2"/>
                </a:solidFill>
                <a:latin typeface="Poppins"/>
                <a:cs typeface="Poppins"/>
              </a:rPr>
              <a:t>AI Powered Quality Engineering Platform</a:t>
            </a:r>
          </a:p>
        </p:txBody>
      </p:sp>
    </p:spTree>
    <p:extLst>
      <p:ext uri="{BB962C8B-B14F-4D97-AF65-F5344CB8AC3E}">
        <p14:creationId xmlns:p14="http://schemas.microsoft.com/office/powerpoint/2010/main" val="235039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B0E4-4F7A-017E-70B4-DAF7CFB3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996E46D-7CA1-A864-28F4-ADDEB309E989}"/>
              </a:ext>
            </a:extLst>
          </p:cNvPr>
          <p:cNvSpPr txBox="1">
            <a:spLocks/>
          </p:cNvSpPr>
          <p:nvPr/>
        </p:nvSpPr>
        <p:spPr>
          <a:xfrm>
            <a:off x="0" y="6356"/>
            <a:ext cx="7646090" cy="6282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219170" rtl="0" eaLnBrk="1" latinLnBrk="0" hangingPunct="1">
              <a:lnSpc>
                <a:spcPts val="5600"/>
              </a:lnSpc>
              <a:spcBef>
                <a:spcPct val="0"/>
              </a:spcBef>
              <a:buNone/>
              <a:defRPr sz="5333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667"/>
              </a:lnSpc>
              <a:defRPr/>
            </a:pPr>
            <a:endParaRPr lang="en-US" sz="28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3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4A1F-E892-6786-467B-BE8F46D5B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B1F6B4DF-8A14-A853-86F1-28C2A215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86" y="3219957"/>
            <a:ext cx="3112865" cy="690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517EC8-C3D3-B7A6-6317-66ACEA4308F1}"/>
              </a:ext>
            </a:extLst>
          </p:cNvPr>
          <p:cNvSpPr txBox="1"/>
          <p:nvPr/>
        </p:nvSpPr>
        <p:spPr>
          <a:xfrm>
            <a:off x="223210" y="4350744"/>
            <a:ext cx="553139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Contact Us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735EA8-A9B6-D9B2-6A17-501D6AB1BF93}"/>
              </a:ext>
            </a:extLst>
          </p:cNvPr>
          <p:cNvGrpSpPr/>
          <p:nvPr/>
        </p:nvGrpSpPr>
        <p:grpSpPr>
          <a:xfrm>
            <a:off x="603228" y="5073945"/>
            <a:ext cx="5863578" cy="384980"/>
            <a:chOff x="165191" y="4541711"/>
            <a:chExt cx="5863578" cy="42347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87EC5B-A6C2-7800-AB3F-6842B4FFE44F}"/>
                </a:ext>
              </a:extLst>
            </p:cNvPr>
            <p:cNvSpPr txBox="1"/>
            <p:nvPr/>
          </p:nvSpPr>
          <p:spPr>
            <a:xfrm>
              <a:off x="456937" y="4541714"/>
              <a:ext cx="3362750" cy="423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endParaRPr lang="en-US" sz="140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7" name="Graphic 6" descr="World outline">
              <a:extLst>
                <a:ext uri="{FF2B5EF4-FFF2-40B4-BE49-F238E27FC236}">
                  <a16:creationId xmlns:a16="http://schemas.microsoft.com/office/drawing/2014/main" id="{8FA4A9C8-D36B-04D1-10CD-743BB7C1DDBF}"/>
                </a:ext>
              </a:extLst>
            </p:cNvPr>
            <p:cNvPicPr/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5191" y="4614232"/>
              <a:ext cx="307985" cy="33878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B314B5-D1B3-954F-8894-34DBE7E93B41}"/>
                </a:ext>
              </a:extLst>
            </p:cNvPr>
            <p:cNvSpPr txBox="1"/>
            <p:nvPr/>
          </p:nvSpPr>
          <p:spPr>
            <a:xfrm>
              <a:off x="3177398" y="4541711"/>
              <a:ext cx="2851371" cy="423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info@ideyalabs.com</a:t>
              </a:r>
              <a:endParaRPr lang="en-US" sz="140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" name="Graphic 8" descr="Email outline">
              <a:extLst>
                <a:ext uri="{FF2B5EF4-FFF2-40B4-BE49-F238E27FC236}">
                  <a16:creationId xmlns:a16="http://schemas.microsoft.com/office/drawing/2014/main" id="{05AB2A13-2005-92D5-07A0-96CA41F67637}"/>
                </a:ext>
              </a:extLst>
            </p:cNvPr>
            <p:cNvPicPr/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49359" y="4599456"/>
              <a:ext cx="307985" cy="307985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5F5906-88A5-3878-066F-44F3B8A3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909" y="1061288"/>
            <a:ext cx="5152516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027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3739b9-6038-461a-ab7c-f571eacc0fdd">
      <Terms xmlns="http://schemas.microsoft.com/office/infopath/2007/PartnerControls"/>
    </lcf76f155ced4ddcb4097134ff3c332f>
    <TaxCatchAll xmlns="45fc85a5-012c-45b2-823a-2710035224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346C7EA372A94181E34BC0480D42B1" ma:contentTypeVersion="14" ma:contentTypeDescription="Create a new document." ma:contentTypeScope="" ma:versionID="01f3e9b0ec71151d3081f231ae4719b1">
  <xsd:schema xmlns:xsd="http://www.w3.org/2001/XMLSchema" xmlns:xs="http://www.w3.org/2001/XMLSchema" xmlns:p="http://schemas.microsoft.com/office/2006/metadata/properties" xmlns:ns2="433739b9-6038-461a-ab7c-f571eacc0fdd" xmlns:ns3="45fc85a5-012c-45b2-823a-271003522474" targetNamespace="http://schemas.microsoft.com/office/2006/metadata/properties" ma:root="true" ma:fieldsID="d5b5b4d9f2987e76c3fb24a1c86654af" ns2:_="" ns3:_="">
    <xsd:import namespace="433739b9-6038-461a-ab7c-f571eacc0fdd"/>
    <xsd:import namespace="45fc85a5-012c-45b2-823a-2710035224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739b9-6038-461a-ab7c-f571eacc0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4c8c1d-afca-41c4-8025-6e01fc6d84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c85a5-012c-45b2-823a-2710035224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96a95bc-82b6-4923-a43c-5d9f8031b579}" ma:internalName="TaxCatchAll" ma:showField="CatchAllData" ma:web="45fc85a5-012c-45b2-823a-2710035224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03EF71-DF41-4E92-8BF7-72D88361CDD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33739b9-6038-461a-ab7c-f571eacc0fdd"/>
    <ds:schemaRef ds:uri="45fc85a5-012c-45b2-823a-271003522474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BDCA1E7-1FC2-4EF5-915D-3197C7604F34}">
  <ds:schemaRefs>
    <ds:schemaRef ds:uri="433739b9-6038-461a-ab7c-f571eacc0fdd"/>
    <ds:schemaRef ds:uri="45fc85a5-012c-45b2-823a-2710035224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CFA994F-0482-4E05-851D-A5E8474282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3908</TotalTime>
  <Words>22</Words>
  <Application>Microsoft Macintosh PowerPoint</Application>
  <PresentationFormat>Widescreen</PresentationFormat>
  <Paragraphs>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Calibri</vt:lpstr>
      <vt:lpstr>Poppins</vt:lpstr>
      <vt:lpstr>Custom Design</vt:lpstr>
      <vt:lpstr>1_Custom Design</vt:lpstr>
      <vt:lpstr>2_Custom Design</vt:lpstr>
      <vt:lpstr>4_Custom Design</vt:lpstr>
      <vt:lpstr>3_Custom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Gayathri K</dc:creator>
  <cp:lastModifiedBy>Bharath M</cp:lastModifiedBy>
  <cp:revision>15</cp:revision>
  <dcterms:created xsi:type="dcterms:W3CDTF">2024-01-30T10:01:44Z</dcterms:created>
  <dcterms:modified xsi:type="dcterms:W3CDTF">2026-07-02T06:47:02Z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0x01010021346C7EA372A94181E34BC0480D42B1</vt:lpwstr>
  </property>
  <property fmtid="{D5CDD505-2E9C-101B-9397-08002B2CF9AE}" pid="3" name="MediaServiceImageTags">
    <vt:lpwstr/>
  </property>
</Properties>
</file>